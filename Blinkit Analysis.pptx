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89" d="100"/>
          <a:sy n="89" d="100"/>
        </p:scale>
        <p:origin x="-293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0B8AC-E709-4C12-8851-899D2A9371F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51EF9-74D8-4EE5-9D0D-C004C3D11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51EF9-74D8-4EE5-9D0D-C004C3D11A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xmlns="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xmlns="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xmlns="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113</Words>
  <Application>Microsoft Office PowerPoint</Application>
  <PresentationFormat>Custom</PresentationFormat>
  <Paragraphs>32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NEW</cp:lastModifiedBy>
  <cp:revision>18</cp:revision>
  <dcterms:created xsi:type="dcterms:W3CDTF">2024-06-24T12:27:37Z</dcterms:created>
  <dcterms:modified xsi:type="dcterms:W3CDTF">2026-09-04T18:03:04Z</dcterms:modified>
</cp:coreProperties>
</file>